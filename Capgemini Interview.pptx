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0" Type="http://schemas.openxmlformats.org/officeDocument/2006/relationships/slide" Target="slides/slide5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b519d3be68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b519d3be68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b519d3be68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b519d3be68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b519d3be68_2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b519d3be68_2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b519d3be68_2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b519d3be68_2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93C47D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Simple Expense Tracker Application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8"/>
              <a:buNone/>
            </a:pPr>
            <a:r>
              <a:rPr lang="en" sz="2010"/>
              <a:t>Expense tracking and analytics application</a:t>
            </a:r>
            <a:endParaRPr sz="2010"/>
          </a:p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8"/>
              <a:buNone/>
            </a:pPr>
            <a:r>
              <a:t/>
            </a:r>
            <a:endParaRPr sz="2010"/>
          </a:p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8"/>
              <a:buNone/>
            </a:pPr>
            <a:r>
              <a:rPr lang="en" sz="2010"/>
              <a:t>Built using Java &amp; Spring Boot</a:t>
            </a:r>
            <a:endParaRPr sz="2010"/>
          </a:p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8"/>
              <a:buNone/>
            </a:pPr>
            <a:r>
              <a:t/>
            </a:r>
            <a:endParaRPr sz="2010"/>
          </a:p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58"/>
              <a:buNone/>
            </a:pPr>
            <a:r>
              <a:rPr lang="en" sz="2010"/>
              <a:t>In-memory data storage (no database)</a:t>
            </a:r>
            <a:endParaRPr sz="201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</a:t>
            </a:r>
            <a:r>
              <a:rPr lang="en"/>
              <a:t>esign &amp; Architecture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4260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Lightweight Spring Boot application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REST-based backend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Simple HTML frontend</a:t>
            </a:r>
            <a:endParaRPr/>
          </a:p>
        </p:txBody>
      </p:sp>
      <p:pic>
        <p:nvPicPr>
          <p:cNvPr id="62" name="Google Shape;6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0" y="781050"/>
            <a:ext cx="4057650" cy="35814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Files</a:t>
            </a:r>
            <a:endParaRPr/>
          </a:p>
        </p:txBody>
      </p:sp>
      <p:sp>
        <p:nvSpPr>
          <p:cNvPr id="68" name="Google Shape;68;p15"/>
          <p:cNvSpPr txBox="1"/>
          <p:nvPr>
            <p:ph idx="1" type="body"/>
          </p:nvPr>
        </p:nvSpPr>
        <p:spPr>
          <a:xfrm>
            <a:off x="311700" y="1017725"/>
            <a:ext cx="4602000" cy="367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/>
              <a:t>ExpenseTrackerApplication.java</a:t>
            </a:r>
            <a:r>
              <a:rPr lang="en" sz="1100"/>
              <a:t>: Main Spring Boot application class, Entry point that starts the server</a:t>
            </a:r>
            <a:endParaRPr sz="11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100"/>
              <a:t>ExpenseService.java</a:t>
            </a:r>
            <a:r>
              <a:rPr lang="en" sz="1100"/>
              <a:t>: Core business logic, CRUD operations for expenses, Statistics calculations (total, by category, highest/lowest), Seed data loading</a:t>
            </a:r>
            <a:endParaRPr sz="11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100"/>
              <a:t>Expense.java</a:t>
            </a:r>
            <a:r>
              <a:rPr lang="en" sz="1100"/>
              <a:t>: Data model with fields: id, category, amount, date, description</a:t>
            </a:r>
            <a:endParaRPr sz="11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100"/>
              <a:t>Index.html</a:t>
            </a:r>
            <a:r>
              <a:rPr lang="en" sz="1100"/>
              <a:t>: Simple HTML form for adding expenses, Table displaying all expenses, Statistics display, Edit and delete functionality</a:t>
            </a:r>
            <a:endParaRPr sz="11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000"/>
              <a:t>ExpenseController.java: </a:t>
            </a:r>
            <a:r>
              <a:rPr lang="en" sz="1000"/>
              <a:t>REST API endpoints: </a:t>
            </a:r>
            <a:endParaRPr sz="1000"/>
          </a:p>
          <a:p>
            <a:pPr indent="-292100" lvl="0" marL="457200" rtl="0" algn="l">
              <a:spcBef>
                <a:spcPts val="1200"/>
              </a:spcBef>
              <a:spcAft>
                <a:spcPts val="0"/>
              </a:spcAft>
              <a:buSzPts val="1000"/>
              <a:buChar char="●"/>
            </a:pPr>
            <a:r>
              <a:rPr lang="en" sz="1000"/>
              <a:t>POST /api/expenses - Add expense, </a:t>
            </a:r>
            <a:endParaRPr sz="1000"/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" sz="1000"/>
              <a:t>GET /api/expenses - Get all expenses, </a:t>
            </a:r>
            <a:endParaRPr sz="1000"/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" sz="1000"/>
              <a:t>GET /api/expenses/{id} - Get expense by ID, </a:t>
            </a:r>
            <a:endParaRPr sz="1000"/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" sz="1000"/>
              <a:t>PUT /api/expenses/{id} - Update expense, </a:t>
            </a:r>
            <a:endParaRPr sz="1000"/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" sz="1000"/>
              <a:t>DELETE /api/expenses/{id} - Delete expense, </a:t>
            </a:r>
            <a:endParaRPr sz="1000"/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" sz="1000"/>
              <a:t>GET /api/stats - Get statistics</a:t>
            </a:r>
            <a:endParaRPr sz="10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/>
          </a:p>
        </p:txBody>
      </p:sp>
      <p:sp>
        <p:nvSpPr>
          <p:cNvPr id="69" name="Google Shape;69;p15"/>
          <p:cNvSpPr txBox="1"/>
          <p:nvPr/>
        </p:nvSpPr>
        <p:spPr>
          <a:xfrm>
            <a:off x="5123625" y="298175"/>
            <a:ext cx="30000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>
              <a:solidFill>
                <a:schemeClr val="dk2"/>
              </a:solidFill>
            </a:endParaRPr>
          </a:p>
        </p:txBody>
      </p:sp>
      <p:pic>
        <p:nvPicPr>
          <p:cNvPr id="70" name="Google Shape;70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13701" y="1321213"/>
            <a:ext cx="3918701" cy="306591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Process to Run, Test, and Verify</a:t>
            </a:r>
            <a:endParaRPr/>
          </a:p>
        </p:txBody>
      </p:sp>
      <p:sp>
        <p:nvSpPr>
          <p:cNvPr id="76" name="Google Shape;76;p16"/>
          <p:cNvSpPr txBox="1"/>
          <p:nvPr>
            <p:ph idx="1" type="body"/>
          </p:nvPr>
        </p:nvSpPr>
        <p:spPr>
          <a:xfrm>
            <a:off x="311700" y="1152475"/>
            <a:ext cx="4260300" cy="210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Prerequisite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Java 17 or higher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Maven 3.6 or higher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Step 1</a:t>
            </a:r>
            <a:endParaRPr/>
          </a:p>
        </p:txBody>
      </p:sp>
      <p:pic>
        <p:nvPicPr>
          <p:cNvPr id="77" name="Google Shape;77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5300" y="3260875"/>
            <a:ext cx="3213100" cy="1065800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 txBox="1"/>
          <p:nvPr>
            <p:ph idx="1" type="body"/>
          </p:nvPr>
        </p:nvSpPr>
        <p:spPr>
          <a:xfrm>
            <a:off x="4883700" y="1152475"/>
            <a:ext cx="4260300" cy="210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 2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Step 3</a:t>
            </a:r>
            <a:endParaRPr/>
          </a:p>
        </p:txBody>
      </p:sp>
      <p:pic>
        <p:nvPicPr>
          <p:cNvPr id="79" name="Google Shape;79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50063" y="1673775"/>
            <a:ext cx="3327562" cy="106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444837" y="3260875"/>
            <a:ext cx="3138025" cy="144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 Data and Seed Data</a:t>
            </a:r>
            <a:endParaRPr/>
          </a:p>
        </p:txBody>
      </p:sp>
      <p:sp>
        <p:nvSpPr>
          <p:cNvPr id="86" name="Google Shape;86;p17"/>
          <p:cNvSpPr txBox="1"/>
          <p:nvPr>
            <p:ph idx="1" type="body"/>
          </p:nvPr>
        </p:nvSpPr>
        <p:spPr>
          <a:xfrm>
            <a:off x="311700" y="1152475"/>
            <a:ext cx="4260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Seed data is automatically loaded when the application starts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Data is read from data/expenses.csv file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file doesn't exist, application starts with empty expense list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Seed data is parsed and added to in-memory storage</a:t>
            </a:r>
            <a:endParaRPr/>
          </a:p>
        </p:txBody>
      </p:sp>
      <p:pic>
        <p:nvPicPr>
          <p:cNvPr id="87" name="Google Shape;87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0" y="1462775"/>
            <a:ext cx="4278775" cy="2795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